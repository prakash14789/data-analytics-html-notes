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Statistics: Understanding Your Data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• Median • Mode • Variance • Standard Deviation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Analyst's Foundation: Learn to describe ANY dataset in numbers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Calculate and interpret MEAN, MEDIAN, MODE for any dataset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Understand VARIANCE and STANDARD DEVIATION as measures of spread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 WHEN to use each metric (and when NOT to)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Identify OUTLIERS using standard deviation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Apply these concepts to REAL business dashboards and reports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947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Avoid COMMON mistakes analysts make daily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MEAN (Average) — The Center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values divided by the count. The 'typical' value in your dataset.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051560"/>
          </a:xfrm>
          <a:prstGeom prst="round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 Salaries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20K, 25K, 22K, 30K, 28K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(20+25+22+30+28) ÷ 5 = 125K ÷ 5 = 25K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is roughly symmetric (no extreme outliers)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Creating dashboards for 'typical' values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use with extreme outliers (one millionaire will skew everything)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Use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788920"/>
            <a:ext cx="3840480" cy="118872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880360"/>
            <a:ext cx="3474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KPI Dashboards: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Order Value (AOV)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Session Duration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 Revenue per Day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Warning: Use Median if data has outliers!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MEDIAN (Middle Value) — The Immune Metric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values in order. Pick the middle one. 50% of data is above, 50% below.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051560"/>
          </a:xfrm>
          <a:prstGeom prst="round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House Prices (Rs)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Sorted: 50L, 60L, 75L, 80L, 250L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75L (middle value)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103L (pulled up by 250L)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Median: Why It Matters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173736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1828800"/>
                <a:gridCol w="201168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Choice?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30K, 32K, 35K, 38K, 40K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outlier: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30K, 32K, 35K, 38K, 5000K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809K ⚠️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35K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Skewed: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prices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MODE (Most Frequent) — The Popular Kid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that appears MOST often. Works with ANY data type — numbers, categories, text.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1143000"/>
          </a:xfrm>
          <a:prstGeom prst="round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25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Which City?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6916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Delhi: 40 times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Mumbai: 30 times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Jaipur: 30 times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 = Delhi (highest frequency)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Categorical data (cities, colors, payment methods)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Finding the MOST COMMON item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Non-numeric analysis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Use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3840480" cy="100584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92608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Finding insights: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ordered product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used payment 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common complaint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traffic source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VARIANCE — How Spread Out Is Your Data?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Same Mean ≠ Same Data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classes with Mean score = 70 each: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840480" cy="1051560"/>
          </a:xfrm>
          <a:prstGeom prst="round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A: Consistent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68, 69, 70, 71, 72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Variance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840480" cy="1051560"/>
          </a:xfrm>
          <a:prstGeom prst="round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96596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B: All 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40, 55, 70, 85, 100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HIGH Variance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Unpredictable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685800"/>
          </a:xfrm>
          <a:prstGeom prst="round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08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Variance = Average of (each value - mean)²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Use Case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consistency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analysis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control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3794760"/>
            <a:ext cx="3840480" cy="1097280"/>
          </a:xfrm>
          <a:prstGeom prst="roundRect">
            <a:avLst/>
          </a:prstGeom>
          <a:solidFill>
            <a:srgbClr val="FEF08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8862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PROBLEM: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is in SQUARED units (rupees²).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hard to interpret!</a:t>
            </a:r>
            <a:endParaRPr lang="en-US" sz="1000" dirty="0"/>
          </a:p>
          <a:p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SD instead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STANDARD DEVIATION (SD) — Spread in Real Units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= Square root of Variance. Brings the number BACK to original units. Now you can interpret it!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685800"/>
          </a:xfrm>
          <a:prstGeom prst="roundRect">
            <a:avLst/>
          </a:prstGeom>
          <a:solidFill>
            <a:srgbClr val="10B98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Salary Analysis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Rs 50,000  |  Variance = 900,000,000 rupees²  |  SD = 30,000 rupees 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Rule: 68-95-99.7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200400"/>
            <a:ext cx="2286000" cy="731520"/>
          </a:xfrm>
          <a:prstGeom prst="roundRect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 SD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of data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200400"/>
            <a:ext cx="2286000" cy="731520"/>
          </a:xfrm>
          <a:prstGeom prst="roundRect">
            <a:avLst/>
          </a:prstGeom>
          <a:solidFill>
            <a:srgbClr val="F97316">
              <a:alpha val="8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 SD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200400"/>
            <a:ext cx="2286000" cy="731520"/>
          </a:xfrm>
          <a:prstGeom prst="roundRect">
            <a:avLst/>
          </a:prstGeom>
          <a:solidFill>
            <a:srgbClr val="EF4444">
              <a:alpha val="8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246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±3 SD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99.7% of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Use Cases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480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Flag transactions &gt;3 SD away from mean as potential fraud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Control: Check if delivery times are within 1 SD of target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Thresholds: Set 'normal' range for daily sales, website traffic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Guide: Which Metric Should I Use?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This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data (bell curve)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Represents the center perfectly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Skewed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extreme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pulled by outliers — shows true middle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Cities, colors,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metric that works with non-numeric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consistency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 across groups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spread — lower SD = more 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to talk about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original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intuitive than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thresholds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Detecting anomalies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3×SD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outliers that are 'too far away'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E-Commerce Daily Sales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7 days sales (Rs): 45,000 | 48,000 | 50,000 | 52,000 | 49,000 | 51,000 | 1,200,000 (flash sale)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97480" cy="2286000"/>
          </a:xfrm>
          <a:prstGeom prst="round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Analysis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199,143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up by flash sale!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representative of normal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874520"/>
            <a:ext cx="2697480" cy="2286000"/>
          </a:xfrm>
          <a:prstGeom prst="round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2900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50,000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926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better! Shows typical day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the outlier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97480" cy="2286000"/>
          </a:xfrm>
          <a:prstGeom prst="round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0116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42316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= Rs 412,000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63640" y="2926080"/>
            <a:ext cx="2423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high!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data is VERY inconsistent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outlier causes 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8229600" cy="640080"/>
          </a:xfrm>
          <a:prstGeom prst="roundRect">
            <a:avLst/>
          </a:prstGeom>
          <a:solidFill>
            <a:srgbClr val="64748B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RECOMMENDATION: Report Median (50K) as 'typical daily sales'. Separately note the flash sale. Understand the high SD to expect volatility.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Common Mistakes Analysts Make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320040"/>
          </a:xfrm>
          <a:prstGeom prst="round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Using MEAN with extreme outliers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72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MEDIAN instead for skewed data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15727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Can misrepresent by 10x!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8229600" cy="320040"/>
          </a:xfrm>
          <a:prstGeom prst="round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8424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Reporting only MEAN without SD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22576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 include spread: 'Mean $100 ± $15'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23225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Hides uncertainty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8229600" cy="320040"/>
          </a:xfrm>
          <a:prstGeom prst="round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34056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Confusing VARIANCE and SD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072384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SD in reports (same units as data)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307238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Uninterpretable to non-technical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8229600" cy="320040"/>
          </a:xfrm>
          <a:prstGeom prst="round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48386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Ignoring the 68-95-99.7 rule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221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it to detect anomalies (&gt;3 SD)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3822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Miss fraud &amp; patterns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 Sheet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56616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2286000"/>
                <a:gridCol w="256032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to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÷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Symmetric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 value (sorted)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present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Salary/price reports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frequent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products/categories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of (x - mean)²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spread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analysis (raw)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D94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Turn: Practice Problems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457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visitors: 1,000 | 1,200 | 950 | 1,100 | 1,050 | 50,000 (viral day)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report MEAN or MEDIAN? Why?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One day is an extreme outlier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457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product has Mean rating = 4.2 stars, SD = 0.3 stars.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this tell you about consistency?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Small SD = predictable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45720"/>
          </a:xfrm>
          <a:prstGeom prst="round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337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detector: Mean transaction = Rs 5,000, SD = Rs 1,000.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amount would you flag as suspicious (&gt;3 SD)?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Calculate Mean + (3 × SD)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What You Now Know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MEAN tells you the 'typical' value — but beware outliers!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184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MEDIAN is immune to outliers — use for skewed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0253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MODE works with ANY data type — especially categories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8658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VARIANCE and SD measure spread — SD is more intuitive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706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 the 68-95-99.7 rule to detect anomalies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Always choose the right metric for your question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822960"/>
          </a:xfrm>
          <a:prstGeom prst="round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Monday Complete! Tomorrow: Probability &amp; Normal Distribution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Monday: Descriptive Statistics - Mean, Median, Mode, Variance &amp; SD</dc:title>
  <dc:subject>PptxGenJS Presentation</dc:subject>
  <dc:creator>Statistics for Data Analysts</dc:creator>
  <cp:lastModifiedBy>Statistics for Data Analysts</cp:lastModifiedBy>
  <cp:revision>1</cp:revision>
  <dcterms:created xsi:type="dcterms:W3CDTF">2026-06-19T11:50:41Z</dcterms:created>
  <dcterms:modified xsi:type="dcterms:W3CDTF">2026-06-19T11:50:41Z</dcterms:modified>
</cp:coreProperties>
</file>